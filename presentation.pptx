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8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Reliable AI Workflows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Node.js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production-ready applications that use AI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breaking under load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389120"/>
            <a:ext cx="182880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Node.js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4389120"/>
            <a:ext cx="18288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Inngest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4389120"/>
            <a:ext cx="182880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Gemini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DataCouch Training Module  |  AI-Powered Code Analyzer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Timeout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Why AI Calls Break Traditional APIs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A typical API response takes 50-200ms. An AI model takes 5-30 seconds — that's 100x slower than a normal database query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HTTP Timeouts Kill Requests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Serverless platforms like Vercel (10s), AWS Lambda (15s), and Netlify (10s) enforce hard time limits. A 20-second AI call gets terminated mid-response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Blocked Event Loop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In Node.js, a long-running synchronous operation blocks the entire server. While waiting for one AI response, no other requests can be processed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Poor User Experience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Users see frozen screens, spinning loaders with no feedback, and random failures with no explanation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AI Calls Fail in Production?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Lost Revenue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If an e-commerce site uses AI for recommendations and the API times out, users see empty pages and abandon carts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Data Inconsistency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A request that times out mid-processing may have partially written data, leaving the system in a broken state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Cascading Failures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One slow AI call can exhaust the connection pool, causing ALL requests to fail — called a 'thundering herd' problem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No Retry Mechanism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Standard HTTP requests have no built-in retry. If the AI call fails at second 14 of a 15-second computation, all work is lost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Event-Driven Background 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Core Principle: Decouple, Queue, Process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Separate 'accepting work' from 'doing work.' The API's only job is to receive the request and put it in a queue — it responds instantly in under 200ms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Job Queue Pattern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User submits code → Server generates Job ID → Pushes event to queue → Returns Job ID immediately → Background worker calls AI and saves result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Polling for Results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The client uses the Job ID to check GET /api/status/:jobId. Status transitions: queued → processing → completed (or failed)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Automatic Retries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If the AI call fails, the background worker retries automatically without the user knowing. The API layer never handles retries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Inngest? Choosing the Right Task Runner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What is Inngest?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An open-source event-driven workflow engine. Define functions that trigger on events. Inngest handles queuing, execution, retries, and observability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Durable Step Functions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Each step.run() block is tracked independently. If Step 2 fails but Step 1 succeeded, only Step 2 retries — prevents duplicate AI calls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Built-in Retry with Backoff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Automatically retries failed steps with configurable counts. Critical for rate-limited AI APIs — handles exponential backoff without custom code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Zero Infrastructure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Alternatives like Bull (needs Redis), SQS (vendor lock-in), RabbitMQ (complex setup). Inngest: just npm install and it works locally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What We're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286000" cy="109728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User)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286000" cy="109728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828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(server.js)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828800"/>
            <a:ext cx="2286000" cy="109728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828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Inngest Worker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(Background)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2286000" cy="109728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1828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(Analysis)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4114800"/>
            <a:ext cx="2286000" cy="109728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4114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Store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(In-Memory Map)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237744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237744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237744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56032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</a:rPr>
              <a:t>POST /api/analyze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analyze.code event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</a:rPr>
              <a:t>REST API call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Getting Reliable JSON from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The Challenge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LLMs are non-deterministic. Same prompt can return different formats — plain text, markdown, or JSON with extra commentary. We need consistent, parseable JSON every time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Technique 1 — Role Assignment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Start with 'You are an expert code security analyst.' This primes the model to respond with domain expertise and professional structure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Technique 2 — Exact Schema Definition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Provide the exact JSON structure in the prompt with field names, types, and examples. The model mirrors this structure in its response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Technique 3 — Defensive Parsing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LLMs sometimes wrap JSON in markdown fences despite instructions. Our code strips wrappers before parsing. Always validate output against expected fields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Lifecycle: Step-by-Step Data 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1. Client sends code via POST /api/analyze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0B981"/>
                </a:solidFill>
              </a:rPr>
              <a:t>0ms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920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2. API validates &amp; generates Job ID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0" y="191837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0B981"/>
                </a:solidFill>
              </a:rPr>
              <a:t>50ms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3. Save status: 'queued'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0B981"/>
                </a:solidFill>
              </a:rPr>
              <a:t>100ms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017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4. Fire event to Inngest + return Job ID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0B981"/>
                </a:solidFill>
              </a:rPr>
              <a:t>&lt; 200ms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3566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5. Inngest updates status: 'processing'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06268" y="3566160"/>
            <a:ext cx="46653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~</a:t>
            </a:r>
            <a:r>
              <a:rPr lang="en-US" sz="1600" b="1" dirty="0">
                <a:solidFill>
                  <a:srgbClr val="F59E0B"/>
                </a:solidFill>
              </a:rPr>
              <a:t>1s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114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6. Send code to Gemini AI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18645" y="4114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</a:rPr>
              <a:t>5-15s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4663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7. Save results: 'completed'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0" y="466017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</a:rPr>
              <a:t>~</a:t>
            </a:r>
            <a:r>
              <a:rPr lang="en-US" sz="1600" b="1" dirty="0">
                <a:solidFill>
                  <a:srgbClr val="F59E0B"/>
                </a:solidFill>
              </a:rPr>
              <a:t>15s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63040" y="5212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8. Client polls GET /status/:id every 2s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0" y="5212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B82F6"/>
                </a:solidFill>
              </a:rPr>
              <a:t>ongoing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Resilience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AI Rate Limiting (HTTP 429)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Gemini enforces request limits. Our service detects 429 responses, waits 5 seconds, and retries. The user sees 'processing' — they never know a retry happened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AI Overloaded (HTTP 503)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During peak usage, AI services return 503. Our retry logic treats this the same — wait and retry up to 3 times with increasing delays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Invalid API Key (HTTP 401)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Detected immediately on first attempt. Error saved to job status as 'failed' with clear message. No retries wasted on permanent errors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Bef>
                <a:spcPts val="1200"/>
              </a:spcBef>
              <a:spcAft>
                <a:spcPts val="400"/>
              </a:spcAft>
              <a:buSzPct val="100000"/>
              <a:buChar char="●"/>
            </a:pPr>
            <a:r>
              <a:rPr lang="en-US" sz="1500" b="1" dirty="0">
                <a:solidFill>
                  <a:srgbClr val="F8FAFC"/>
                </a:solidFill>
              </a:rPr>
              <a:t>Inngest Durable Execution</a:t>
            </a:r>
            <a:endParaRPr lang="en-US" sz="1500" dirty="0"/>
          </a:p>
          <a:p>
            <a:pPr marL="685800" lvl="1" indent="-342900">
              <a:lnSpc>
                <a:spcPct val="115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94A3B8"/>
                </a:solidFill>
              </a:rPr>
              <a:t>If the server crashes mid-analysis, Inngest's step-based execution ensures no work is lost. Incomplete steps resume from the last successful checkpoint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125958" y="3066039"/>
            <a:ext cx="19370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901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Reliable AI Workflows with Node.js</dc:title>
  <dc:subject>AI-Powered Code Analyzer</dc:subject>
  <dc:creator>DataCouch Technical Intern</dc:creator>
  <cp:lastModifiedBy>Harshit Verma</cp:lastModifiedBy>
  <cp:revision>2</cp:revision>
  <dcterms:created xsi:type="dcterms:W3CDTF">2026-10-14T11:40:33Z</dcterms:created>
  <dcterms:modified xsi:type="dcterms:W3CDTF">2026-10-14T11:47:22Z</dcterms:modified>
</cp:coreProperties>
</file>